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26BF1-DD97-4E92-AB7B-B6741677377D}" v="2" dt="2026-09-16T06:42:30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ke Weng Tam" userId="dd652c120aa0bf80" providerId="LiveId" clId="{8997CA8D-E393-44C9-8DAF-275147F3AE7C}"/>
    <pc:docChg chg="undo custSel modSld">
      <pc:chgData name="Yoke Weng Tam" userId="dd652c120aa0bf80" providerId="LiveId" clId="{8997CA8D-E393-44C9-8DAF-275147F3AE7C}" dt="2026-09-28T03:40:13.593" v="553" actId="20577"/>
      <pc:docMkLst>
        <pc:docMk/>
      </pc:docMkLst>
      <pc:sldChg chg="modSp mod">
        <pc:chgData name="Yoke Weng Tam" userId="dd652c120aa0bf80" providerId="LiveId" clId="{8997CA8D-E393-44C9-8DAF-275147F3AE7C}" dt="2026-09-28T03:40:13.593" v="553" actId="20577"/>
        <pc:sldMkLst>
          <pc:docMk/>
          <pc:sldMk cId="0" sldId="256"/>
        </pc:sldMkLst>
        <pc:spChg chg="mod">
          <ac:chgData name="Yoke Weng Tam" userId="dd652c120aa0bf80" providerId="LiveId" clId="{8997CA8D-E393-44C9-8DAF-275147F3AE7C}" dt="2026-09-28T03:40:13.593" v="553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Yoke Weng Tam" userId="dd652c120aa0bf80" providerId="LiveId" clId="{8997CA8D-E393-44C9-8DAF-275147F3AE7C}" dt="2026-09-16T05:42:00.468" v="89" actId="255"/>
        <pc:sldMkLst>
          <pc:docMk/>
          <pc:sldMk cId="0" sldId="257"/>
        </pc:sldMkLst>
        <pc:spChg chg="mod">
          <ac:chgData name="Yoke Weng Tam" userId="dd652c120aa0bf80" providerId="LiveId" clId="{8997CA8D-E393-44C9-8DAF-275147F3AE7C}" dt="2026-09-16T05:41:36.414" v="85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1:42.177" v="86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1:55.227" v="88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1:49.449" v="87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2:00.468" v="89" actId="255"/>
          <ac:spMkLst>
            <pc:docMk/>
            <pc:sldMk cId="0" sldId="257"/>
            <ac:spMk id="20" creationId="{00000000-0000-0000-0000-000000000000}"/>
          </ac:spMkLst>
        </pc:spChg>
      </pc:sldChg>
      <pc:sldChg chg="delSp modSp mod">
        <pc:chgData name="Yoke Weng Tam" userId="dd652c120aa0bf80" providerId="LiveId" clId="{8997CA8D-E393-44C9-8DAF-275147F3AE7C}" dt="2026-09-28T03:38:16.576" v="478" actId="20577"/>
        <pc:sldMkLst>
          <pc:docMk/>
          <pc:sldMk cId="0" sldId="258"/>
        </pc:sldMkLst>
        <pc:spChg chg="mod">
          <ac:chgData name="Yoke Weng Tam" userId="dd652c120aa0bf80" providerId="LiveId" clId="{8997CA8D-E393-44C9-8DAF-275147F3AE7C}" dt="2026-09-28T03:26:07.905" v="265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5:01.310" v="319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7:40.118" v="432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7:40.118" v="432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8:16.576" v="478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8:01.178" v="473" actId="103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42:53.090" v="201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2:45.942" v="141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01.397" v="184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18.046" v="185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01.397" v="184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25.795" v="186" actId="25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01.397" v="184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34.633" v="187" actId="255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Yoke Weng Tam" userId="dd652c120aa0bf80" providerId="LiveId" clId="{8997CA8D-E393-44C9-8DAF-275147F3AE7C}" dt="2026-09-16T06:04:40.314" v="192" actId="255"/>
        <pc:sldMkLst>
          <pc:docMk/>
          <pc:sldMk cId="0" sldId="259"/>
        </pc:sldMkLst>
        <pc:spChg chg="mod">
          <ac:chgData name="Yoke Weng Tam" userId="dd652c120aa0bf80" providerId="LiveId" clId="{8997CA8D-E393-44C9-8DAF-275147F3AE7C}" dt="2026-09-16T06:03:48.130" v="188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3:54.124" v="189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4:01.753" v="190" actId="25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4:11.319" v="191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04:40.314" v="192" actId="255"/>
          <ac:spMkLst>
            <pc:docMk/>
            <pc:sldMk cId="0" sldId="259"/>
            <ac:spMk id="27" creationId="{00000000-0000-0000-0000-000000000000}"/>
          </ac:spMkLst>
        </pc:spChg>
      </pc:sldChg>
      <pc:sldChg chg="delSp modSp mod">
        <pc:chgData name="Yoke Weng Tam" userId="dd652c120aa0bf80" providerId="LiveId" clId="{8997CA8D-E393-44C9-8DAF-275147F3AE7C}" dt="2026-09-28T03:39:26.357" v="537" actId="20577"/>
        <pc:sldMkLst>
          <pc:docMk/>
          <pc:sldMk cId="0" sldId="260"/>
        </pc:sldMkLst>
        <pc:spChg chg="mod">
          <ac:chgData name="Yoke Weng Tam" userId="dd652c120aa0bf80" providerId="LiveId" clId="{8997CA8D-E393-44C9-8DAF-275147F3AE7C}" dt="2026-09-28T03:39:03.183" v="51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Yoke Weng Tam" userId="dd652c120aa0bf80" providerId="LiveId" clId="{8997CA8D-E393-44C9-8DAF-275147F3AE7C}" dt="2026-09-28T03:39:26.357" v="537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4:46.454" v="139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6:43:46.787" v="225" actId="103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38:14.442" v="79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38:21.021" v="80" actId="255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Yoke Weng Tam" userId="dd652c120aa0bf80" providerId="LiveId" clId="{8997CA8D-E393-44C9-8DAF-275147F3AE7C}" dt="2026-09-16T05:41:02.528" v="83" actId="255"/>
        <pc:sldMkLst>
          <pc:docMk/>
          <pc:sldMk cId="0" sldId="261"/>
        </pc:sldMkLst>
        <pc:spChg chg="mod">
          <ac:chgData name="Yoke Weng Tam" userId="dd652c120aa0bf80" providerId="LiveId" clId="{8997CA8D-E393-44C9-8DAF-275147F3AE7C}" dt="2026-09-16T05:40:45.377" v="81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0:53.010" v="82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Yoke Weng Tam" userId="dd652c120aa0bf80" providerId="LiveId" clId="{8997CA8D-E393-44C9-8DAF-275147F3AE7C}" dt="2026-09-16T05:41:02.528" v="83" actId="255"/>
          <ac:spMkLst>
            <pc:docMk/>
            <pc:sldMk cId="0" sldId="261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23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234440"/>
            <a:ext cx="2834640" cy="2834640"/>
          </a:xfrm>
          <a:prstGeom prst="ellipse">
            <a:avLst/>
          </a:prstGeom>
          <a:solidFill>
            <a:srgbClr val="F0F2F6"/>
          </a:solidFill>
          <a:ln w="12700">
            <a:solidFill>
              <a:srgbClr val="E3E6ED"/>
            </a:solidFill>
            <a:prstDash val="solid"/>
          </a:ln>
        </p:spPr>
      </p:sp>
      <p:pic>
        <p:nvPicPr>
          <p:cNvPr id="3" name="Image 0" descr="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37160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TECHNICAL MANAGER  ·  IMAGE SENSORS  ·  SINGAPORE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233172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Yoke Weng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25 years of analog IC design — spanning design, tapeouts, silicon validation, and technical documentation — now extending into cloud infrastructure and DevOps.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749808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tamyokeweng@gmail.com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480560" y="5074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linkedin.com/in/tam-yoke-weng-7856343a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silicon expertise, now building in the cloud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920240"/>
          </a:xfrm>
          <a:prstGeom prst="ellipse">
            <a:avLst/>
          </a:prstGeom>
          <a:solidFill>
            <a:srgbClr val="F0F2F6"/>
          </a:solidFill>
          <a:ln w="12700">
            <a:solidFill>
              <a:srgbClr val="E3E6ED"/>
            </a:solidFill>
            <a:prstDash val="solid"/>
          </a:ln>
        </p:spPr>
      </p:sp>
      <p:pic>
        <p:nvPicPr>
          <p:cNvPr id="5" name="Image 0" descr="phot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173736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096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years in analog IC design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63240" y="18288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IC design specialist with three decades of experience across the full silicon lifecycle — from design and tapeout, through silicon validation, to technical documentation and knowledge transfer. Currently expanding that foundation into cloud infrastructure, automation, and DevOps practices.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063240" y="34747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Cycles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37560" y="36850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Numerous full design-to-tapeout cycles across memory and I/O IP.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452360" y="3474720"/>
            <a:ext cx="128016" cy="12801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Validation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36850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validation and bring-up across multiple silicon generations.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063240" y="4892040"/>
            <a:ext cx="128016" cy="12801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4754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37560" y="51023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collaboration and structured knowledge transfer.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452360" y="48920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726680" y="4754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Transition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26680" y="51023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engineering rigor to Azure infrastructure and automation.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I'm building and learning right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20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1600" y="2258568"/>
            <a:ext cx="4590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Cloud </a:t>
            </a: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Management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5120640" cy="1393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Flask-based web service deployed to Azure with a full CI/CD pipeline and Platform as a Service, demonstrating practical automation and operational monitoring.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68680" y="4385091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service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40080" y="4472467"/>
            <a:ext cx="82296" cy="822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83667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Services, MySQL storage, Virtual Network, Virtual Machine, Entra ID and 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40080" y="4820142"/>
            <a:ext cx="82296" cy="8229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335016"/>
            <a:ext cx="4754880" cy="922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(Azure DevOps)</a:t>
            </a:r>
          </a:p>
          <a:p>
            <a:r>
              <a:rPr lang="en-US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https://dev.azure.com/TamYokeWeng/flask_app/_build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44768" y="1965960"/>
            <a:ext cx="0" cy="393192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7" name="Image 1" descr="gr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031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0" y="2020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NOW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0" y="22585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· Kubernetes · GitOps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583680" y="28803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fluency in infrastructure-as-code and container orchestration to complement hands-on Azure delivery — with a focus on repeatable, GitOps-driven deployments.</a:t>
            </a: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6583680" y="4653206"/>
            <a:ext cx="82296" cy="822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454347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with Terraform</a:t>
            </a: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6583680" y="5037254"/>
            <a:ext cx="82296" cy="822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92752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with Kubernetes</a:t>
            </a: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6583680" y="5421302"/>
            <a:ext cx="82296" cy="822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531157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deployment practices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spanning silicon and the cloud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848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206240" y="19476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(App Services, VM, Storage), Azure DevOps, Terraform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862072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9809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437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206240" y="284378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Bash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0080" y="3593592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758184"/>
            <a:ext cx="512064" cy="512064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5" name="Image 2" descr="do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8770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398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Services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206240" y="373989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Docker, Kubernetes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40080" y="4489704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6542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git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77316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6360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206240" y="4636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Actions, Docker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640080" y="5385816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555040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5" name="Image 4" descr="ch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669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206240" y="5532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IC design workflows, semiconductor toolchains, memory &amp; I/O IP design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work across cloud and silicon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Cloud Logistic Management System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Flask web service with Azure deployment and a CI/CD pipeline, demonstrating practical infrastructure-as-code and operational monitoring.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40080" y="5486400"/>
            <a:ext cx="342900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605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58613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azure-cloud-flask_app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274820" y="1965960"/>
            <a:ext cx="0" cy="420624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965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IC Design — Memory IP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480560" y="3006969"/>
            <a:ext cx="3429000" cy="25877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circuit design and  verification for memory IP</a:t>
            </a: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dirty="0"/>
              <a:t> Completed 12 memory module designs for 55nm and 40nm technology nodes, with 100% successfully validated in silicon and meeting all specifications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80560" y="5486400"/>
            <a:ext cx="342900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80560" y="5605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115300" y="1965960"/>
            <a:ext cx="0" cy="420624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1965960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1" name="Image 2" descr="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0312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74320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IC Design — I/</a:t>
            </a:r>
            <a:r>
              <a:rPr lang="en-US" sz="155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1040" y="342900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I/O circuit design for semiconductor interfaces, including test vectors and validation summaries.</a:t>
            </a: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8321040" y="5486400"/>
            <a:ext cx="342900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21040" y="5605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I bring to every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Clear, maintainable solutions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4414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pragmatic automation for operations, favoring solutions the whole team can understand and maintain.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40080" y="3182112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3832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337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Incremental, tested changes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508760" y="37673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incremental changes backed by tests, monitoring, and clear runbooks over large, risky rewrites.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0080" y="4507992"/>
            <a:ext cx="10881360" cy="0"/>
          </a:xfrm>
          <a:prstGeom prst="line">
            <a:avLst/>
          </a:prstGeom>
          <a:noFill/>
          <a:ln w="12700">
            <a:solidFill>
              <a:srgbClr val="E3E6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5" name="Image 2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463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6634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&amp; knowledge transfer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508760" y="50932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cross-functional collaboration and structured knowledge sharing across teams.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8311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conversations on analog IC design, cloud infrastructure, and the engineering practices that connect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685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D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08760" y="3922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tamyokeweng@gmail.com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0" name="Image 1" descr="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6177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C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508760" y="470001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linkedin.com/in/tam-yoke-weng-7856343a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" y="5440680"/>
            <a:ext cx="5943600" cy="0"/>
          </a:xfrm>
          <a:prstGeom prst="line">
            <a:avLst/>
          </a:prstGeom>
          <a:noFill/>
          <a:ln w="12700">
            <a:solidFill>
              <a:srgbClr val="3E4A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Yoke Weng  ·  Silicon Technical Manager (Image Sensors)  ·  Singapore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2315</TotalTime>
  <Words>594</Words>
  <Application>Microsoft Office PowerPoint</Application>
  <PresentationFormat>Widescreen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 Weng Tam</cp:lastModifiedBy>
  <cp:revision>2</cp:revision>
  <dcterms:created xsi:type="dcterms:W3CDTF">2026-09-16T02:08:20Z</dcterms:created>
  <dcterms:modified xsi:type="dcterms:W3CDTF">2026-09-28T03:40:16Z</dcterms:modified>
</cp:coreProperties>
</file>