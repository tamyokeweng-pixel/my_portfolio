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E326BF1-DD97-4E92-AB7B-B6741677377D}" v="2" dt="2026-09-16T06:42:30.5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1" d="100"/>
          <a:sy n="61" d="100"/>
        </p:scale>
        <p:origin x="39" y="3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ke Weng Tam" userId="dd652c120aa0bf80" providerId="LiveId" clId="{8997CA8D-E393-44C9-8DAF-275147F3AE7C}"/>
    <pc:docChg chg="undo custSel modSld">
      <pc:chgData name="Yoke Weng Tam" userId="dd652c120aa0bf80" providerId="LiveId" clId="{8997CA8D-E393-44C9-8DAF-275147F3AE7C}" dt="2026-09-16T06:43:46.787" v="225" actId="1035"/>
      <pc:docMkLst>
        <pc:docMk/>
      </pc:docMkLst>
      <pc:sldChg chg="modSp mod">
        <pc:chgData name="Yoke Weng Tam" userId="dd652c120aa0bf80" providerId="LiveId" clId="{8997CA8D-E393-44C9-8DAF-275147F3AE7C}" dt="2026-09-16T05:42:00.468" v="89" actId="255"/>
        <pc:sldMkLst>
          <pc:docMk/>
          <pc:sldMk cId="0" sldId="257"/>
        </pc:sldMkLst>
        <pc:spChg chg="mod">
          <ac:chgData name="Yoke Weng Tam" userId="dd652c120aa0bf80" providerId="LiveId" clId="{8997CA8D-E393-44C9-8DAF-275147F3AE7C}" dt="2026-09-16T05:41:36.414" v="85" actId="14100"/>
          <ac:spMkLst>
            <pc:docMk/>
            <pc:sldMk cId="0" sldId="257"/>
            <ac:spMk id="8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5:41:42.177" v="86" actId="255"/>
          <ac:spMkLst>
            <pc:docMk/>
            <pc:sldMk cId="0" sldId="257"/>
            <ac:spMk id="11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5:41:55.227" v="88" actId="255"/>
          <ac:spMkLst>
            <pc:docMk/>
            <pc:sldMk cId="0" sldId="257"/>
            <ac:spMk id="14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5:41:49.449" v="87" actId="255"/>
          <ac:spMkLst>
            <pc:docMk/>
            <pc:sldMk cId="0" sldId="257"/>
            <ac:spMk id="17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5:42:00.468" v="89" actId="255"/>
          <ac:spMkLst>
            <pc:docMk/>
            <pc:sldMk cId="0" sldId="257"/>
            <ac:spMk id="20" creationId="{00000000-0000-0000-0000-000000000000}"/>
          </ac:spMkLst>
        </pc:spChg>
      </pc:sldChg>
      <pc:sldChg chg="delSp modSp mod">
        <pc:chgData name="Yoke Weng Tam" userId="dd652c120aa0bf80" providerId="LiveId" clId="{8997CA8D-E393-44C9-8DAF-275147F3AE7C}" dt="2026-09-16T06:42:53.090" v="201" actId="207"/>
        <pc:sldMkLst>
          <pc:docMk/>
          <pc:sldMk cId="0" sldId="258"/>
        </pc:sldMkLst>
        <pc:spChg chg="mod">
          <ac:chgData name="Yoke Weng Tam" userId="dd652c120aa0bf80" providerId="LiveId" clId="{8997CA8D-E393-44C9-8DAF-275147F3AE7C}" dt="2026-09-16T05:43:28.498" v="91" actId="255"/>
          <ac:spMkLst>
            <pc:docMk/>
            <pc:sldMk cId="0" sldId="258"/>
            <ac:spMk id="8" creationId="{00000000-0000-0000-0000-000000000000}"/>
          </ac:spMkLst>
        </pc:spChg>
        <pc:spChg chg="del mod">
          <ac:chgData name="Yoke Weng Tam" userId="dd652c120aa0bf80" providerId="LiveId" clId="{8997CA8D-E393-44C9-8DAF-275147F3AE7C}" dt="2026-09-16T05:43:50.239" v="130" actId="478"/>
          <ac:spMkLst>
            <pc:docMk/>
            <pc:sldMk cId="0" sldId="258"/>
            <ac:spMk id="9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5:43:37.021" v="108" actId="103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5:44:01.451" v="131" actId="255"/>
          <ac:spMkLst>
            <pc:docMk/>
            <pc:sldMk cId="0" sldId="258"/>
            <ac:spMk id="12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6:42:53.090" v="201" actId="207"/>
          <ac:spMkLst>
            <pc:docMk/>
            <pc:sldMk cId="0" sldId="258"/>
            <ac:spMk id="14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6:02:45.942" v="141" actId="255"/>
          <ac:spMkLst>
            <pc:docMk/>
            <pc:sldMk cId="0" sldId="258"/>
            <ac:spMk id="20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6:03:01.397" v="184" actId="1035"/>
          <ac:spMkLst>
            <pc:docMk/>
            <pc:sldMk cId="0" sldId="258"/>
            <ac:spMk id="21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6:03:18.046" v="185" actId="255"/>
          <ac:spMkLst>
            <pc:docMk/>
            <pc:sldMk cId="0" sldId="258"/>
            <ac:spMk id="22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6:03:01.397" v="184" actId="1035"/>
          <ac:spMkLst>
            <pc:docMk/>
            <pc:sldMk cId="0" sldId="258"/>
            <ac:spMk id="23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6:03:25.795" v="186" actId="255"/>
          <ac:spMkLst>
            <pc:docMk/>
            <pc:sldMk cId="0" sldId="258"/>
            <ac:spMk id="24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6:03:01.397" v="184" actId="1035"/>
          <ac:spMkLst>
            <pc:docMk/>
            <pc:sldMk cId="0" sldId="258"/>
            <ac:spMk id="25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6:03:34.633" v="187" actId="255"/>
          <ac:spMkLst>
            <pc:docMk/>
            <pc:sldMk cId="0" sldId="258"/>
            <ac:spMk id="26" creationId="{00000000-0000-0000-0000-000000000000}"/>
          </ac:spMkLst>
        </pc:spChg>
      </pc:sldChg>
      <pc:sldChg chg="modSp mod">
        <pc:chgData name="Yoke Weng Tam" userId="dd652c120aa0bf80" providerId="LiveId" clId="{8997CA8D-E393-44C9-8DAF-275147F3AE7C}" dt="2026-09-16T06:04:40.314" v="192" actId="255"/>
        <pc:sldMkLst>
          <pc:docMk/>
          <pc:sldMk cId="0" sldId="259"/>
        </pc:sldMkLst>
        <pc:spChg chg="mod">
          <ac:chgData name="Yoke Weng Tam" userId="dd652c120aa0bf80" providerId="LiveId" clId="{8997CA8D-E393-44C9-8DAF-275147F3AE7C}" dt="2026-09-16T06:03:48.130" v="188" actId="255"/>
          <ac:spMkLst>
            <pc:docMk/>
            <pc:sldMk cId="0" sldId="259"/>
            <ac:spMk id="7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6:03:54.124" v="189" actId="255"/>
          <ac:spMkLst>
            <pc:docMk/>
            <pc:sldMk cId="0" sldId="259"/>
            <ac:spMk id="12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6:04:01.753" v="190" actId="255"/>
          <ac:spMkLst>
            <pc:docMk/>
            <pc:sldMk cId="0" sldId="259"/>
            <ac:spMk id="17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6:04:11.319" v="191" actId="255"/>
          <ac:spMkLst>
            <pc:docMk/>
            <pc:sldMk cId="0" sldId="259"/>
            <ac:spMk id="22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6:04:40.314" v="192" actId="255"/>
          <ac:spMkLst>
            <pc:docMk/>
            <pc:sldMk cId="0" sldId="259"/>
            <ac:spMk id="27" creationId="{00000000-0000-0000-0000-000000000000}"/>
          </ac:spMkLst>
        </pc:spChg>
      </pc:sldChg>
      <pc:sldChg chg="delSp modSp mod">
        <pc:chgData name="Yoke Weng Tam" userId="dd652c120aa0bf80" providerId="LiveId" clId="{8997CA8D-E393-44C9-8DAF-275147F3AE7C}" dt="2026-09-16T06:43:46.787" v="225" actId="1035"/>
        <pc:sldMkLst>
          <pc:docMk/>
          <pc:sldMk cId="0" sldId="260"/>
        </pc:sldMkLst>
        <pc:spChg chg="mod">
          <ac:chgData name="Yoke Weng Tam" userId="dd652c120aa0bf80" providerId="LiveId" clId="{8997CA8D-E393-44C9-8DAF-275147F3AE7C}" dt="2026-09-16T05:36:45.528" v="73" actId="255"/>
          <ac:spMkLst>
            <pc:docMk/>
            <pc:sldMk cId="0" sldId="260"/>
            <ac:spMk id="7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5:44:46.454" v="139" actId="255"/>
          <ac:spMkLst>
            <pc:docMk/>
            <pc:sldMk cId="0" sldId="260"/>
            <ac:spMk id="10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6:43:46.787" v="225" actId="1035"/>
          <ac:spMkLst>
            <pc:docMk/>
            <pc:sldMk cId="0" sldId="260"/>
            <ac:spMk id="15" creationId="{00000000-0000-0000-0000-000000000000}"/>
          </ac:spMkLst>
        </pc:spChg>
        <pc:spChg chg="del mod">
          <ac:chgData name="Yoke Weng Tam" userId="dd652c120aa0bf80" providerId="LiveId" clId="{8997CA8D-E393-44C9-8DAF-275147F3AE7C}" dt="2026-09-16T06:05:08.566" v="193" actId="478"/>
          <ac:spMkLst>
            <pc:docMk/>
            <pc:sldMk cId="0" sldId="260"/>
            <ac:spMk id="18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5:38:14.442" v="79" actId="20577"/>
          <ac:spMkLst>
            <pc:docMk/>
            <pc:sldMk cId="0" sldId="260"/>
            <ac:spMk id="22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5:38:21.021" v="80" actId="255"/>
          <ac:spMkLst>
            <pc:docMk/>
            <pc:sldMk cId="0" sldId="260"/>
            <ac:spMk id="23" creationId="{00000000-0000-0000-0000-000000000000}"/>
          </ac:spMkLst>
        </pc:spChg>
        <pc:spChg chg="del">
          <ac:chgData name="Yoke Weng Tam" userId="dd652c120aa0bf80" providerId="LiveId" clId="{8997CA8D-E393-44C9-8DAF-275147F3AE7C}" dt="2026-09-16T06:05:16.706" v="194" actId="478"/>
          <ac:spMkLst>
            <pc:docMk/>
            <pc:sldMk cId="0" sldId="260"/>
            <ac:spMk id="26" creationId="{00000000-0000-0000-0000-000000000000}"/>
          </ac:spMkLst>
        </pc:spChg>
      </pc:sldChg>
      <pc:sldChg chg="modSp mod">
        <pc:chgData name="Yoke Weng Tam" userId="dd652c120aa0bf80" providerId="LiveId" clId="{8997CA8D-E393-44C9-8DAF-275147F3AE7C}" dt="2026-09-16T05:41:02.528" v="83" actId="255"/>
        <pc:sldMkLst>
          <pc:docMk/>
          <pc:sldMk cId="0" sldId="261"/>
        </pc:sldMkLst>
        <pc:spChg chg="mod">
          <ac:chgData name="Yoke Weng Tam" userId="dd652c120aa0bf80" providerId="LiveId" clId="{8997CA8D-E393-44C9-8DAF-275147F3AE7C}" dt="2026-09-16T05:40:45.377" v="81" actId="255"/>
          <ac:spMkLst>
            <pc:docMk/>
            <pc:sldMk cId="0" sldId="261"/>
            <ac:spMk id="7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5:40:53.010" v="82" actId="255"/>
          <ac:spMkLst>
            <pc:docMk/>
            <pc:sldMk cId="0" sldId="261"/>
            <ac:spMk id="12" creationId="{00000000-0000-0000-0000-000000000000}"/>
          </ac:spMkLst>
        </pc:spChg>
        <pc:spChg chg="mod">
          <ac:chgData name="Yoke Weng Tam" userId="dd652c120aa0bf80" providerId="LiveId" clId="{8997CA8D-E393-44C9-8DAF-275147F3AE7C}" dt="2026-09-16T05:41:02.528" v="83" actId="255"/>
          <ac:spMkLst>
            <pc:docMk/>
            <pc:sldMk cId="0" sldId="261"/>
            <ac:spMk id="1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4237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234440"/>
            <a:ext cx="2834640" cy="2834640"/>
          </a:xfrm>
          <a:prstGeom prst="ellipse">
            <a:avLst/>
          </a:prstGeom>
          <a:solidFill>
            <a:srgbClr val="F0F2F6"/>
          </a:solidFill>
          <a:ln w="12700">
            <a:solidFill>
              <a:srgbClr val="E3E6ED"/>
            </a:solidFill>
            <a:prstDash val="solid"/>
          </a:ln>
        </p:spPr>
      </p:sp>
      <p:pic>
        <p:nvPicPr>
          <p:cNvPr id="3" name="Image 0" descr="photo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1371600"/>
            <a:ext cx="2560320" cy="2560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9659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 TECHNICAL MANAGER  ·  IMAGE SENSORS  ·  SINGAPORE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94360" y="233172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 Yoke Weng</a:t>
            </a:r>
            <a:endParaRPr lang="en-US" sz="5000" dirty="0"/>
          </a:p>
        </p:txBody>
      </p:sp>
      <p:sp>
        <p:nvSpPr>
          <p:cNvPr id="6" name="Text 3"/>
          <p:cNvSpPr/>
          <p:nvPr/>
        </p:nvSpPr>
        <p:spPr>
          <a:xfrm>
            <a:off x="640080" y="361188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years of analog IC design — spanning design, tapeouts, silicon validation, and technical documentation — now extending into cloud infrastructure and DevOps.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4892040"/>
            <a:ext cx="749808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5074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tamyokeweng@gmail.com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480560" y="50749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linkedin.com/in/tam-yoke-weng-7856343a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ME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silicon expertise, now building in the cloud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920240" cy="1920240"/>
          </a:xfrm>
          <a:prstGeom prst="ellipse">
            <a:avLst/>
          </a:prstGeom>
          <a:solidFill>
            <a:srgbClr val="F0F2F6"/>
          </a:solidFill>
          <a:ln w="12700">
            <a:solidFill>
              <a:srgbClr val="E3E6ED"/>
            </a:solidFill>
            <a:prstDash val="solid"/>
          </a:ln>
        </p:spPr>
      </p:sp>
      <p:pic>
        <p:nvPicPr>
          <p:cNvPr id="5" name="Image 0" descr="photo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20240"/>
            <a:ext cx="1737360" cy="1737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3794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Yoke Weng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409651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years in analog IC design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063240" y="1828800"/>
            <a:ext cx="8503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IC design specialist with three decades of experience across the full silicon lifecycle — from design and tapeout, through silicon validation, to technical documentation and knowledge transfer. Currently expanding that foundation into cloud infrastructure, automation, and DevOps practices.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3063240" y="347472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3337560" y="3337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Cycles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337560" y="3685032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Numerous full design-to-tapeout cycles across memory and I/O IP.</a:t>
            </a: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7452360" y="3474720"/>
            <a:ext cx="128016" cy="12801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0"/>
          <p:cNvSpPr/>
          <p:nvPr/>
        </p:nvSpPr>
        <p:spPr>
          <a:xfrm>
            <a:off x="7726680" y="3337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 Validation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26680" y="3685032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validation and bring-up across multiple silicon generations.</a:t>
            </a:r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3063240" y="4892040"/>
            <a:ext cx="128016" cy="128016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16" name="Text 13"/>
          <p:cNvSpPr/>
          <p:nvPr/>
        </p:nvSpPr>
        <p:spPr>
          <a:xfrm>
            <a:off x="3337560" y="47548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Leadership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337560" y="5102352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Cross-functional collaboration and structured knowledge transfer.</a:t>
            </a: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7452360" y="489204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7726680" y="47548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Transition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726680" y="5102352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engineering rigor to Azure infrastructure and automation.</a:t>
            </a: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YOKE WENG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183112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FOCUS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I'm building and learning right now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5" name="Image 0" descr="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031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02082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ON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371600" y="2258568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 Cloud flask_app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40080" y="288036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Flask-based web service deployed to Azure with a full CI/CD pipeline and infrastructure-as-code, demonstrating practical automation and operational monitoring.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868680" y="45669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service</a:t>
            </a: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640080" y="4654296"/>
            <a:ext cx="82296" cy="8229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495096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App Services &amp; Storage</a:t>
            </a:r>
            <a:endParaRPr lang="en-US" dirty="0"/>
          </a:p>
        </p:txBody>
      </p:sp>
      <p:sp>
        <p:nvSpPr>
          <p:cNvPr id="13" name="Shape 10"/>
          <p:cNvSpPr/>
          <p:nvPr/>
        </p:nvSpPr>
        <p:spPr>
          <a:xfrm>
            <a:off x="640080" y="5038344"/>
            <a:ext cx="82296" cy="8229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5335016"/>
            <a:ext cx="4754880" cy="922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 (Azure DevOps)</a:t>
            </a:r>
          </a:p>
          <a:p>
            <a:r>
              <a:rPr lang="en-US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https://dev.azure.com/TamYokeWeng/flask_app/_build</a:t>
            </a: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1965960"/>
            <a:ext cx="0" cy="393192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83680" y="1965960"/>
            <a:ext cx="548640" cy="548640"/>
          </a:xfrm>
          <a:prstGeom prst="ellipse">
            <a:avLst/>
          </a:prstGeom>
          <a:solidFill>
            <a:srgbClr val="C98A2C"/>
          </a:solidFill>
          <a:ln/>
        </p:spPr>
      </p:sp>
      <p:pic>
        <p:nvPicPr>
          <p:cNvPr id="17" name="Image 1" descr="gr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03120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315200" y="202082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NOW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7315200" y="2258568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Terraform · Kubernetes · GitOps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583680" y="288036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fluency in infrastructure-as-code and container orchestration to complement hands-on Azure delivery — with a focus on repeatable, GitOps-driven deployments.</a:t>
            </a:r>
            <a:endParaRPr lang="en-US" dirty="0"/>
          </a:p>
        </p:txBody>
      </p:sp>
      <p:sp>
        <p:nvSpPr>
          <p:cNvPr id="21" name="Shape 17"/>
          <p:cNvSpPr/>
          <p:nvPr/>
        </p:nvSpPr>
        <p:spPr>
          <a:xfrm>
            <a:off x="6583680" y="4653206"/>
            <a:ext cx="82296" cy="82296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22" name="Text 18"/>
          <p:cNvSpPr/>
          <p:nvPr/>
        </p:nvSpPr>
        <p:spPr>
          <a:xfrm>
            <a:off x="6812280" y="454347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with Terraform</a:t>
            </a:r>
            <a:endParaRPr lang="en-US" dirty="0"/>
          </a:p>
        </p:txBody>
      </p:sp>
      <p:sp>
        <p:nvSpPr>
          <p:cNvPr id="23" name="Shape 19"/>
          <p:cNvSpPr/>
          <p:nvPr/>
        </p:nvSpPr>
        <p:spPr>
          <a:xfrm>
            <a:off x="6583680" y="5037254"/>
            <a:ext cx="82296" cy="82296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24" name="Text 20"/>
          <p:cNvSpPr/>
          <p:nvPr/>
        </p:nvSpPr>
        <p:spPr>
          <a:xfrm>
            <a:off x="6812280" y="492752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orchestration with Kubernetes</a:t>
            </a:r>
            <a:endParaRPr lang="en-US" dirty="0"/>
          </a:p>
        </p:txBody>
      </p:sp>
      <p:sp>
        <p:nvSpPr>
          <p:cNvPr id="25" name="Shape 21"/>
          <p:cNvSpPr/>
          <p:nvPr/>
        </p:nvSpPr>
        <p:spPr>
          <a:xfrm>
            <a:off x="6583680" y="5421302"/>
            <a:ext cx="82296" cy="82296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26" name="Text 22"/>
          <p:cNvSpPr/>
          <p:nvPr/>
        </p:nvSpPr>
        <p:spPr>
          <a:xfrm>
            <a:off x="6812280" y="531157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deployment practices</a:t>
            </a: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YOKE WENG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11183112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TOOLS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spanning silicon and the cloud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084832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9476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Infra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4206240" y="1947672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Azure (App Services, VM, Storage), Azure DevOps, Terraform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640080" y="2697480"/>
            <a:ext cx="1088136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2862072"/>
            <a:ext cx="512064" cy="51206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0" name="Image 1" descr="co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29809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843784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206240" y="2843784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Bash</a:t>
            </a:r>
            <a:endParaRPr lang="en-US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1088136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3758184"/>
            <a:ext cx="512064" cy="512064"/>
          </a:xfrm>
          <a:prstGeom prst="ellipse">
            <a:avLst/>
          </a:prstGeom>
          <a:solidFill>
            <a:srgbClr val="C98A2C"/>
          </a:solidFill>
          <a:ln/>
        </p:spPr>
      </p:sp>
      <p:pic>
        <p:nvPicPr>
          <p:cNvPr id="15" name="Image 2" descr="dock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387705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17320" y="3739896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&amp; Services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4206240" y="3739896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Flask, Docker, Kubernetes</a:t>
            </a:r>
            <a:endParaRPr lang="en-US" dirty="0"/>
          </a:p>
        </p:txBody>
      </p:sp>
      <p:sp>
        <p:nvSpPr>
          <p:cNvPr id="18" name="Shape 13"/>
          <p:cNvSpPr/>
          <p:nvPr/>
        </p:nvSpPr>
        <p:spPr>
          <a:xfrm>
            <a:off x="640080" y="4489704"/>
            <a:ext cx="1088136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" y="4654296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git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477316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17320" y="463600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4206240" y="463600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Git, GitHub Actions, Docker</a:t>
            </a:r>
            <a:endParaRPr lang="en-US" dirty="0"/>
          </a:p>
        </p:txBody>
      </p:sp>
      <p:sp>
        <p:nvSpPr>
          <p:cNvPr id="23" name="Shape 17"/>
          <p:cNvSpPr/>
          <p:nvPr/>
        </p:nvSpPr>
        <p:spPr>
          <a:xfrm>
            <a:off x="640080" y="5385816"/>
            <a:ext cx="1088136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40080" y="5550408"/>
            <a:ext cx="512064" cy="51206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5" name="Image 4" descr="chi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52" y="566928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17320" y="5532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Knowledge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4206240" y="5532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IC design workflows, semiconductor toolchains, memory &amp; I/O IP design</a:t>
            </a:r>
            <a:endParaRPr lang="en-US" dirty="0"/>
          </a:p>
        </p:txBody>
      </p:sp>
      <p:sp>
        <p:nvSpPr>
          <p:cNvPr id="28" name="Text 21"/>
          <p:cNvSpPr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YOKE WENG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183112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PROJECTS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Selected work across cloud and silicon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66928" cy="56692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5" name="Image 0" descr="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0312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743200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 Cloud flask_app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640080" y="3429000"/>
            <a:ext cx="3429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Flask web service with Azure deployment and a CI/CD pipeline, demonstrating practical infrastructure-as-code and operational monitoring.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640080" y="5486400"/>
            <a:ext cx="342900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6052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40080" y="5861304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azure-cloud-flask_app</a:t>
            </a: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4274820" y="1965960"/>
            <a:ext cx="0" cy="420624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80560" y="196596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mem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103120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80560" y="2743200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Analog IC Design — Memory IP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480560" y="3006969"/>
            <a:ext cx="3429000" cy="25877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circuit design and  verification for memory IP</a:t>
            </a:r>
            <a:r>
              <a:rPr lang="en-US" sz="120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r>
              <a:rPr lang="en-US" dirty="0"/>
              <a:t> Completed 12 memory module designs for 55nm and 40nm technology nodes, with 100% successfully validated in silicon and meeting all specifications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480560" y="5486400"/>
            <a:ext cx="342900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480560" y="56052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8115300" y="1965960"/>
            <a:ext cx="0" cy="420624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321040" y="1965960"/>
            <a:ext cx="566928" cy="566928"/>
          </a:xfrm>
          <a:prstGeom prst="ellipse">
            <a:avLst/>
          </a:prstGeom>
          <a:solidFill>
            <a:srgbClr val="C98A2C"/>
          </a:solidFill>
          <a:ln/>
        </p:spPr>
      </p:sp>
      <p:pic>
        <p:nvPicPr>
          <p:cNvPr id="21" name="Image 2" descr="pl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2103120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21040" y="2743200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Analog IC Design — I/</a:t>
            </a:r>
            <a:r>
              <a:rPr lang="en-US" sz="155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</a:t>
            </a:r>
            <a:endParaRPr lang="en-US" sz="1550" dirty="0"/>
          </a:p>
        </p:txBody>
      </p:sp>
      <p:sp>
        <p:nvSpPr>
          <p:cNvPr id="23" name="Text 18"/>
          <p:cNvSpPr/>
          <p:nvPr/>
        </p:nvSpPr>
        <p:spPr>
          <a:xfrm>
            <a:off x="8321040" y="3429000"/>
            <a:ext cx="3429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I/O circuit design for semiconductor interfaces, including test vectors and validation summaries.</a:t>
            </a:r>
            <a:endParaRPr lang="en-US" dirty="0"/>
          </a:p>
        </p:txBody>
      </p:sp>
      <p:sp>
        <p:nvSpPr>
          <p:cNvPr id="24" name="Shape 19"/>
          <p:cNvSpPr/>
          <p:nvPr/>
        </p:nvSpPr>
        <p:spPr>
          <a:xfrm>
            <a:off x="8321040" y="5486400"/>
            <a:ext cx="342900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321040" y="56052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950" dirty="0"/>
          </a:p>
        </p:txBody>
      </p:sp>
      <p:sp>
        <p:nvSpPr>
          <p:cNvPr id="27" name="Text 22"/>
          <p:cNvSpPr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YOKE WENG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11183112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WORK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Principles I bring to every project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check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9456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20116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Clear, maintainable solutions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508760" y="24414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pragmatic automation for operations, favoring solutions the whole team can understand and maintain.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640080" y="3182112"/>
            <a:ext cx="1088136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3383280"/>
            <a:ext cx="566928" cy="56692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0" name="Image 1" descr="check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20440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333756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Incremental, tested changes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508760" y="376732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incremental changes backed by tests, monitoring, and clear runbooks over large, risky rewrites.</a:t>
            </a:r>
            <a:endParaRPr lang="en-US" dirty="0"/>
          </a:p>
        </p:txBody>
      </p:sp>
      <p:sp>
        <p:nvSpPr>
          <p:cNvPr id="13" name="Shape 9"/>
          <p:cNvSpPr/>
          <p:nvPr/>
        </p:nvSpPr>
        <p:spPr>
          <a:xfrm>
            <a:off x="640080" y="4507992"/>
            <a:ext cx="1088136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4709160"/>
            <a:ext cx="566928" cy="566928"/>
          </a:xfrm>
          <a:prstGeom prst="ellipse">
            <a:avLst/>
          </a:prstGeom>
          <a:solidFill>
            <a:srgbClr val="C98A2C"/>
          </a:solidFill>
          <a:ln/>
        </p:spPr>
      </p:sp>
      <p:pic>
        <p:nvPicPr>
          <p:cNvPr id="15" name="Image 2" descr="check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846320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46634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Collaboration &amp; knowledge transfer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1508760" y="50932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Emphasize cross-functional collaboration and structured knowledge sharing across teams.</a:t>
            </a:r>
            <a:endParaRPr lang="en-US" dirty="0"/>
          </a:p>
        </p:txBody>
      </p:sp>
      <p:sp>
        <p:nvSpPr>
          <p:cNvPr id="18" name="Text 13"/>
          <p:cNvSpPr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YOKE WENG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183112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8FD6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CONNECT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5544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7D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conversations on analog IC design, cloud infrastructure, and the engineering practices that connect them.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70332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6" name="Image 0" descr="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4048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3685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FD6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508760" y="392277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tamyokeweng@gmail.com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2960" y="4480560"/>
            <a:ext cx="502920" cy="502920"/>
          </a:xfrm>
          <a:prstGeom prst="ellipse">
            <a:avLst/>
          </a:prstGeom>
          <a:solidFill>
            <a:srgbClr val="C98A2C"/>
          </a:solidFill>
          <a:ln/>
        </p:spPr>
      </p:sp>
      <p:pic>
        <p:nvPicPr>
          <p:cNvPr id="10" name="Image 1" descr="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6177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44622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8C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508760" y="4700016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linkedin.com/in/tam-yoke-weng-7856343a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22960" y="5440680"/>
            <a:ext cx="5943600" cy="0"/>
          </a:xfrm>
          <a:prstGeom prst="line">
            <a:avLst/>
          </a:prstGeom>
          <a:noFill/>
          <a:ln w="12700">
            <a:solidFill>
              <a:srgbClr val="3E4A8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2960" y="5623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Yoke Weng  ·  Silicon Technical Manager (Image Sensors)  ·  Singapore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578</Words>
  <Application>Microsoft Office PowerPoint</Application>
  <PresentationFormat>Widescreen</PresentationFormat>
  <Paragraphs>91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Yoke Weng Tam</cp:lastModifiedBy>
  <cp:revision>2</cp:revision>
  <dcterms:created xsi:type="dcterms:W3CDTF">2026-09-16T02:08:20Z</dcterms:created>
  <dcterms:modified xsi:type="dcterms:W3CDTF">2026-09-16T06:43:47Z</dcterms:modified>
</cp:coreProperties>
</file>