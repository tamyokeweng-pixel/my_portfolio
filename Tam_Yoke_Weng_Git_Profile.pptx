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1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23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234440"/>
            <a:ext cx="2834640" cy="2834640"/>
          </a:xfrm>
          <a:prstGeom prst="ellipse">
            <a:avLst/>
          </a:prstGeom>
          <a:solidFill>
            <a:srgbClr val="F0F2F6"/>
          </a:solidFill>
          <a:ln w="12700">
            <a:solidFill>
              <a:srgbClr val="E3E6ED"/>
            </a:solidFill>
            <a:prstDash val="solid"/>
          </a:ln>
        </p:spPr>
      </p:sp>
      <p:pic>
        <p:nvPicPr>
          <p:cNvPr id="3" name="Image 0" descr="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37160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965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TECHNICAL MANAGER  ·  IMAGE SENSORS  ·  SINGAPORE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94360" y="233172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Yoke Weng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361188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of analog IC design — spanning design, tapeouts, silicon validation, and technical documentation — now extending into cloud infrastructure and DevOps.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749808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5074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tamyokeweng@gmail.com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480560" y="5074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linkedin.com/in/tam-yoke-weng-7856343a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silicon expertise, now building in the cloud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1920240"/>
          </a:xfrm>
          <a:prstGeom prst="ellipse">
            <a:avLst/>
          </a:prstGeom>
          <a:solidFill>
            <a:srgbClr val="F0F2F6"/>
          </a:solidFill>
          <a:ln w="12700">
            <a:solidFill>
              <a:srgbClr val="E3E6ED"/>
            </a:solidFill>
            <a:prstDash val="solid"/>
          </a:ln>
        </p:spPr>
      </p:sp>
      <p:pic>
        <p:nvPicPr>
          <p:cNvPr id="5" name="Image 0" descr="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2024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794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40965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years in analog IC design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063240" y="1828800"/>
            <a:ext cx="8503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IC design specialist with three decades of experience across the full silicon lifecycle — from design and tapeout, through silicon validation, to technical documentation and knowledge transfer. Currently expanding that foundation into cloud infrastructure, automation, and DevOps practices.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063240" y="347472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3337560" y="3337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Cycles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337560" y="368503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full design-to-tapeout cycles across memory and I/O IP.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52360" y="3474720"/>
            <a:ext cx="128016" cy="12801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3337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Validation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26680" y="368503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validation and bring-up across multiple silicon generations.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63240" y="4892040"/>
            <a:ext cx="128016" cy="12801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16" name="Text 13"/>
          <p:cNvSpPr/>
          <p:nvPr/>
        </p:nvSpPr>
        <p:spPr>
          <a:xfrm>
            <a:off x="3337560" y="4754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Leadership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37560" y="510235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collaboration and structured knowledge transfer.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452360" y="489204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7726680" y="4754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Transition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26680" y="5102352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engineering rigor to Azure infrastructure and automation.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FOCUS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I'm building and learning right now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0208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71600" y="225856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Cloud flask_app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Flask-based web service deployed to Azure with a full CI/CD pipeline and infrastructure-as-code, demonstrating practical automation and operational monitoring.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4270248"/>
            <a:ext cx="82296" cy="8229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service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654296"/>
            <a:ext cx="82296" cy="8229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5445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Services &amp; Storage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5038344"/>
            <a:ext cx="82296" cy="8229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92861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(Azure DevOps)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1965960"/>
            <a:ext cx="0" cy="393192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0" y="1965960"/>
            <a:ext cx="548640" cy="548640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7" name="Image 1" descr="gr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0312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15200" y="202082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NOW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315200" y="225856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· Kubernetes · GitOps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83680" y="288036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fluency in infrastructure-as-code and container orchestration to complement hands-on Azure delivery — with a focus on repeatable, GitOps-driven deployments.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583680" y="4270248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2" name="Text 18"/>
          <p:cNvSpPr/>
          <p:nvPr/>
        </p:nvSpPr>
        <p:spPr>
          <a:xfrm>
            <a:off x="681228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with Terraform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583680" y="4654296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4" name="Text 20"/>
          <p:cNvSpPr/>
          <p:nvPr/>
        </p:nvSpPr>
        <p:spPr>
          <a:xfrm>
            <a:off x="6812280" y="45445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orchestration with Kubernetes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583680" y="5038344"/>
            <a:ext cx="82296" cy="82296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6" name="Text 22"/>
          <p:cNvSpPr/>
          <p:nvPr/>
        </p:nvSpPr>
        <p:spPr>
          <a:xfrm>
            <a:off x="6812280" y="492861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deployment practices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TOOLS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spanning silicon and the cloud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08483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476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206240" y="1947672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(App Services, VM, Storage), Azure DevOps, Terraform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697480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29809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84378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206240" y="2843784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Bash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758184"/>
            <a:ext cx="512064" cy="512064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5" name="Image 2" descr="doc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87705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7398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Services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4206240" y="3739896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Flask, Docker, Kubernetes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4489704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465429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git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77316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46360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4206240" y="463600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Actions, Docker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40080" y="5385816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5550408"/>
            <a:ext cx="512064" cy="51206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4" descr="ch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56692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206240" y="5532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IC design workflows, semiconductor toolchains, memory &amp; I/O IP design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PROJECTS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Selected work across cloud and silicon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Cloud flask_app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3429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Flask web service with Azure deployment and a CI/CD pipeline, demonstrating practical infrastructure-as-code and operational monitoring.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86130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azure-cloud-flask_app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4820" y="1965960"/>
            <a:ext cx="0" cy="420624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80560" y="19659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mem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IC Design — Memory IP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480560" y="3429000"/>
            <a:ext cx="3429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circuit design and verification for memory IP, including design specs, simulation results, and collaboration notes.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48056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8056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480560" y="586130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analog-memory-ip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115300" y="1965960"/>
            <a:ext cx="0" cy="420624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21040" y="1965960"/>
            <a:ext cx="566928" cy="566928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21" name="Image 2" descr="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103120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274320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IC Design — I/Os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8321040" y="3429000"/>
            <a:ext cx="3429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42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I/O circuit design for semiconductor interfaces, including test vectors and validation summaries.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321040" y="5486400"/>
            <a:ext cx="342900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21040" y="56052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8321040" y="586130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analog-io-ip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I bring to every project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945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maintainable solutions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4414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pragmatic automation for operations, favoring solutions the whole team can understand and maintain.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18211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3383280"/>
            <a:ext cx="566928" cy="56692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2044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3375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Incremental, tested changes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508760" y="376732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incremental changes backed by tests, monitoring, and clear runbooks over large, risky rewrites.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507992"/>
            <a:ext cx="10881360" cy="0"/>
          </a:xfrm>
          <a:prstGeom prst="line">
            <a:avLst/>
          </a:prstGeom>
          <a:noFill/>
          <a:ln w="12700">
            <a:solidFill>
              <a:srgbClr val="E3E6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4709160"/>
            <a:ext cx="566928" cy="566928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5" name="Image 2" descr="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846320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46634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 &amp; knowledge transfer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508760" y="50932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Emphasize cross-functional collaboration and structured knowledge sharing across teams.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18311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FD6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CONNECT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7D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conversations on analog IC design, cloud infrastructure, and the engineering practices that connect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685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6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508760" y="39227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tamyokeweng@gmail.com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pic>
        <p:nvPicPr>
          <p:cNvPr id="10" name="Image 1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177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4462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8C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508760" y="4700016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linkedin.com/in/tam-yoke-weng-7856343a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22960" y="5440680"/>
            <a:ext cx="5943600" cy="0"/>
          </a:xfrm>
          <a:prstGeom prst="line">
            <a:avLst/>
          </a:prstGeom>
          <a:noFill/>
          <a:ln w="12700">
            <a:solidFill>
              <a:srgbClr val="3E4A8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5623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Yoke Weng  ·  Silicon Technical Manager (Image Sensors)  ·  Singapore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552</Words>
  <Application>Microsoft Office PowerPoint</Application>
  <PresentationFormat>Widescreen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 Weng Tam</cp:lastModifiedBy>
  <cp:revision>2</cp:revision>
  <dcterms:created xsi:type="dcterms:W3CDTF">2026-09-16T02:08:20Z</dcterms:created>
  <dcterms:modified xsi:type="dcterms:W3CDTF">2026-09-16T02:21:37Z</dcterms:modified>
</cp:coreProperties>
</file>